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A3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41248" y="3291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FB6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</a:t>
            </a:r>
            <a:pPr indent="0" marL="0">
              <a:buNone/>
            </a:pPr>
            <a:r>
              <a:rPr lang="en-US" sz="2800" b="1" dirty="0">
                <a:solidFill>
                  <a:srgbClr val="21D0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Studio 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bugs, vulnerabilities and code smells as you write code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SonarQube is, and why code quality matters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SonarQube family: Server, Cloud and the IDE extension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SonarQube is built, and how an analysis flows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“SonarQube for IDE” in VS Code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your first analysis and reading the results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issues: Quick Fix and AI CodeFix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vs. Connected mode (working as a team)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and resources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SonarQube?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code-quality and security tool. It automatically reviews source code and flags problems, so they're caught early — before they reach production.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the same standards across all code: code you write, scripts, infrastructure-as-code, and AI-generated code.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“Clean Code” — code that is reliable, secure and easy to maintain.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700" dirty="0"/>
          </a:p>
          <a:p>
            <a:pPr lvl="1" marL="6858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while typing are far cheaper to fix than bugs found in production</a:t>
            </a:r>
            <a:endParaRPr lang="en-US" sz="1700" dirty="0"/>
          </a:p>
          <a:p>
            <a:pPr lvl="1" marL="6858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rules mean the whole team writes to the same standard</a:t>
            </a:r>
            <a:endParaRPr lang="en-US" sz="1700" dirty="0"/>
          </a:p>
          <a:p>
            <a:pPr lvl="1" marL="6858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issues are caught before they become vulnerabilities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SonarQube family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Server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platform that scans whole projects, stores history, and enforces team rules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Cloud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idea, hosted by Sonar — nothing to install on your own servers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Community Build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edition you can run yourself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for IDE  (our focus today)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that runs inside your editor and flags issues in real time — formerly called SonarLint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made of four parts that work together: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331720" cy="155448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Scanners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· Gradle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MSBuild · CLI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CI / build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17520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11880" y="1920240"/>
            <a:ext cx="4572000" cy="2011680"/>
          </a:xfrm>
          <a:prstGeom prst="roundRect">
            <a:avLst>
              <a:gd name="adj" fmla="val 3182"/>
            </a:avLst>
          </a:prstGeom>
          <a:solidFill>
            <a:srgbClr val="0E2A38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 Server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49040" y="24688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0FA38F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68880"/>
            <a:ext cx="1289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24688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0FA38F"/>
          </a:solidFill>
          <a:ln/>
        </p:spPr>
      </p:sp>
      <p:sp>
        <p:nvSpPr>
          <p:cNvPr id="14" name="Text 12"/>
          <p:cNvSpPr/>
          <p:nvPr/>
        </p:nvSpPr>
        <p:spPr>
          <a:xfrm>
            <a:off x="5230368" y="2468880"/>
            <a:ext cx="1289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Server (Elasticsearch)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24688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0FA38F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2468880"/>
            <a:ext cx="1289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3438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language, SCM, integration &amp; governance plugins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83880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732520" y="214884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2286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2743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+ analysis history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· PostgreSQL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MS SQL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251960"/>
            <a:ext cx="384048" cy="384048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Server  —  </a:t>
            </a:r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Web, Search (Elasticsearch) and Compute Engine processes.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77240" y="4818888"/>
            <a:ext cx="384048" cy="384048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47731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—  </a:t>
            </a:r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configuration and the history of every analysis.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77240" y="5385816"/>
            <a:ext cx="384048" cy="384048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71600" y="53400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 —  </a:t>
            </a:r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languages, SCM, integrations, authentication and governance.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77240" y="5952744"/>
            <a:ext cx="384048" cy="384048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952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71600" y="59070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Scanners  —  </a:t>
            </a:r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your build / CI servers to analyze each project.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an analysis flows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00784"/>
            <a:ext cx="548640" cy="548640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00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64592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real-time feedback in VS Code (SonarQube for IDE) as you type.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1088136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79192"/>
            <a:ext cx="548640" cy="548640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6243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to source control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624328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your changes to Git, or whichever SCM your team uses.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511296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360273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runs the Scanner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602736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build, your CI server (Jenkins, GitHub Actions, Azure DevOps, Bamboo, TeamCity) scans the project.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489704"/>
            <a:ext cx="1088136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636008"/>
            <a:ext cx="548640" cy="548640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636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45811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goes to the Server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4581144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processed and saved in the SonarQube Database.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468112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614416"/>
            <a:ext cx="548640" cy="548640"/>
          </a:xfrm>
          <a:prstGeom prst="ellipse">
            <a:avLst/>
          </a:prstGeom>
          <a:solidFill>
            <a:srgbClr val="0FA38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614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91640" y="55595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the dashboard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5559552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quality gate, issues and trends — feedback loops back to the team.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 WE'RE USING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 for 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extension for VS Code (also available for Visual Studio, JetBrains and Eclipse).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your code locally, in real time, as you type — no build or commit needed.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issue it explains what is wrong, why it matters, and how to fix it — like a coding tutor.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renamed from “SonarLint” to “SonarQube for IDE” — search for the new name in the Marketplace.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work completely on its own, or connect to SonarQube Server / Cloud to share team rules.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kinds of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is likely to behave incorrectly or break at runtime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works but is confusing or hard to maintain (adds technical debt)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weaknesses an attacker could exploit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code that should be reviewed by a person to confirm it's safe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also detect leaked secrets (e.g. API keys) committed in your code.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Languages and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15+ languages out of the box, including:</a:t>
            </a:r>
            <a:endParaRPr lang="en-US" sz="1700" dirty="0"/>
          </a:p>
          <a:p>
            <a:pPr lvl="1" marL="685800" indent="-3429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JavaScript, TypeScript, C#, C / C++, Go, PHP</a:t>
            </a:r>
            <a:endParaRPr lang="en-US" sz="1700" dirty="0"/>
          </a:p>
          <a:p>
            <a:pPr lvl="1" marL="685800" indent="-3429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plus Docker and Kubernetes config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5,000+ built-in rules maintained by Sonar.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cover reliability, security and maintainability for each language.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of rules required to start — sensible defaults are included.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Installing the extension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and go to the Extensions view (Ctrl + Shift + X, or Cmd + Shift + X on Mac).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SonarQube for IDE (publisher: Sonar).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Install. The extension downloads its analysis engine automatically.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a supported Java runtime is needed; recent versions bundle it, so usually nothing extra to install.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VS Code if prompted — that's it, you're ready to analyze.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your first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project or any file in a supported language.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starts automatically and runs as you edit — there is no “scan” button to press.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appear in two places:</a:t>
            </a:r>
            <a:endParaRPr lang="en-US" sz="1700" dirty="0"/>
          </a:p>
          <a:p>
            <a:pPr lvl="1" marL="6858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squiggly underlines on the problem code in the editor</a:t>
            </a:r>
            <a:endParaRPr lang="en-US" sz="1700" dirty="0"/>
          </a:p>
          <a:p>
            <a:pPr lvl="1" marL="685800" indent="-3429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in the Problems panel (View → Problems, or Ctrl + Shift + M)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shows the rule, a short message, and the severity.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SENSE OF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the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 finding to see a quick explanation.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rule description for the full “what / why / how to fix,” often with good vs. bad code examples.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grouped by type (bug, vulnerability, code smell, hotspot) and by severity.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 get a dedicated view so you can review and mark them.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code makes the squiggle disappear instantly — fast feedback loop.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Fixing issues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rules, click the lightbulb (or Ctrl + .) to apply an automatic correction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CodeFix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suggested fix you can review before applying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Connected mode with SonarQube Server (Enterprise) or SonarQube Cloud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fix it now?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mute or mark issues; in Connected mode this stays in sync with the team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Standalone vs. Connected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mode  (default)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its own with built-in rules — no account or server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individuals, learning, and getting started fast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mode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the extension to SonarQube Server, Cloud, or Community Build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team's exact rule set and quality gate, so everyone is consistent</a:t>
            </a:r>
            <a:endParaRPr lang="en-US" sz="1600" dirty="0"/>
          </a:p>
          <a:p>
            <a:pPr lvl="1" marL="685800" indent="-342900">
              <a:lnSpc>
                <a:spcPct val="10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deeper analysis and AI CodeFix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 on Connected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SonarQube Connected Mode view in VS Code's side bar.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connection to your SonarQube Server or SonarQube Cloud and paste an access token.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your local project to the matching project on the server.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now pulls the team's rules and quality gate down to your editor.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server notifications too — e.g. when the quality gate changes or an issue is assigned to you.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habits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issues as they appear instead of letting them pile up.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rule explanation — it's a fast way to level up your coding.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blindly mute findings; understand why first.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AI-generated code with the same scrutiny as hand-written code.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team has a server, switch to Connected mode so everyone follows the same rules.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A3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1D0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 to remember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8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reviews code for bugs, vulnerabilities, code smells and hotspots.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8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“SonarQube for IDE” (was SonarLint) brings that into VS Code, in real time.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8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it, open a file, and findings appear automatically — free, no account.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8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Quick Fix / AI CodeFix to resolve issues quickly.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8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Connected mode to share your team's rules and quality gate.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docs.sonarsource.com/sonarqube-for-vs-code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SonarQube with Visual Studio Code</dc:title>
  <dc:subject>PptxGenJS Presentation</dc:subject>
  <dc:creator>Session Deck</dc:creator>
  <cp:lastModifiedBy>Session Deck</cp:lastModifiedBy>
  <cp:revision>1</cp:revision>
  <dcterms:created xsi:type="dcterms:W3CDTF">2026-06-01T04:17:04Z</dcterms:created>
  <dcterms:modified xsi:type="dcterms:W3CDTF">2026-06-01T04:17:04Z</dcterms:modified>
</cp:coreProperties>
</file>